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1" r:id="rId1"/>
  </p:sldMasterIdLst>
  <p:sldIdLst>
    <p:sldId id="256" r:id="rId2"/>
    <p:sldId id="266" r:id="rId3"/>
    <p:sldId id="267" r:id="rId4"/>
    <p:sldId id="257" r:id="rId5"/>
    <p:sldId id="258" r:id="rId6"/>
    <p:sldId id="259" r:id="rId7"/>
    <p:sldId id="261" r:id="rId8"/>
    <p:sldId id="272" r:id="rId9"/>
    <p:sldId id="268" r:id="rId10"/>
    <p:sldId id="269" r:id="rId11"/>
    <p:sldId id="270" r:id="rId12"/>
    <p:sldId id="271" r:id="rId13"/>
    <p:sldId id="278" r:id="rId14"/>
    <p:sldId id="273" r:id="rId15"/>
    <p:sldId id="274" r:id="rId16"/>
    <p:sldId id="277" r:id="rId17"/>
    <p:sldId id="275" r:id="rId18"/>
    <p:sldId id="276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6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1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3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12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9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95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9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36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5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6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73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02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43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5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042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  <p:sldLayoutId id="2147483855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464" y="141383"/>
            <a:ext cx="9764439" cy="153781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Automobile Insurance </a:t>
            </a:r>
            <a:r>
              <a:rPr sz="4000" b="1" dirty="0">
                <a:solidFill>
                  <a:schemeClr val="tx1"/>
                </a:solidFill>
              </a:rPr>
              <a:t>Management </a:t>
            </a:r>
            <a:r>
              <a:rPr lang="en-US" sz="4000" b="1" dirty="0">
                <a:solidFill>
                  <a:schemeClr val="tx1"/>
                </a:solidFill>
              </a:rPr>
              <a:t>                </a:t>
            </a:r>
            <a:r>
              <a:rPr sz="4000" b="1" dirty="0">
                <a:solidFill>
                  <a:schemeClr val="tx1"/>
                </a:solidFill>
              </a:rPr>
              <a:t>System</a:t>
            </a:r>
            <a:r>
              <a:rPr lang="en-US" sz="4000" b="1" dirty="0">
                <a:solidFill>
                  <a:schemeClr val="tx1"/>
                </a:solidFill>
              </a:rPr>
              <a:t> – Hexaware Technologies</a:t>
            </a:r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173" y="3210560"/>
            <a:ext cx="7540701" cy="1656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Trainer’s Name:                                              Presented By:</a:t>
            </a:r>
          </a:p>
          <a:p>
            <a:pPr marL="0" indent="0">
              <a:buNone/>
            </a:pPr>
            <a:r>
              <a:rPr lang="en-US" sz="2000" b="1" dirty="0" err="1"/>
              <a:t>Mr.Javeed</a:t>
            </a:r>
            <a:r>
              <a:rPr lang="en-US" sz="2000" b="1" dirty="0"/>
              <a:t>                                                    Suwasthika Sri K V </a:t>
            </a:r>
            <a:endParaRPr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1AAB-E6F2-87BA-E926-B9E1E5833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DFE140B-DF7F-BDDB-10B8-0A947BC35B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2063" y="2085959"/>
            <a:ext cx="7473521" cy="510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Insurance companies need efficient digital systems </a:t>
            </a:r>
          </a:p>
          <a:p>
            <a:r>
              <a:rPr lang="en-US" dirty="0"/>
              <a:t>Manual processes are time-consuming and error-prone </a:t>
            </a:r>
          </a:p>
          <a:p>
            <a:r>
              <a:rPr lang="en-US" dirty="0"/>
              <a:t>Automation improves: </a:t>
            </a:r>
          </a:p>
          <a:p>
            <a:pPr lvl="1"/>
            <a:r>
              <a:rPr lang="en-US" dirty="0"/>
              <a:t>Accuracy </a:t>
            </a:r>
          </a:p>
          <a:p>
            <a:pPr lvl="1"/>
            <a:r>
              <a:rPr lang="en-US" dirty="0"/>
              <a:t>Speed </a:t>
            </a:r>
          </a:p>
          <a:p>
            <a:pPr lvl="1"/>
            <a:r>
              <a:rPr lang="en-US" dirty="0"/>
              <a:t>Customer experience </a:t>
            </a:r>
          </a:p>
          <a:p>
            <a:r>
              <a:rPr lang="en-US" dirty="0"/>
              <a:t>This system provides a complete solution for vehicle insurance </a:t>
            </a:r>
          </a:p>
          <a:p>
            <a:pPr marL="0" indent="0">
              <a:buNone/>
            </a:pPr>
            <a:r>
              <a:rPr lang="en-US" dirty="0"/>
              <a:t>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50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32B3-70F5-607C-0037-9A005D4B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Scope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DA427-C45F-0495-A6AD-CCAEFB59F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871134"/>
            <a:ext cx="7281334" cy="41702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4EBC2B1-31C6-7463-06FD-8513FDBD0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63" y="1882827"/>
            <a:ext cx="6542176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 2" charset="2"/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r>
              <a:rPr lang="en-US" sz="2000" dirty="0"/>
              <a:t>Display available insurance policies </a:t>
            </a:r>
          </a:p>
          <a:p>
            <a:r>
              <a:rPr lang="en-US" sz="2000" dirty="0"/>
              <a:t>User registration and login </a:t>
            </a:r>
          </a:p>
          <a:p>
            <a:r>
              <a:rPr lang="en-US" sz="2000" dirty="0"/>
              <a:t>Proposal submission for vehicle insurance </a:t>
            </a:r>
          </a:p>
          <a:p>
            <a:r>
              <a:rPr lang="en-US" sz="2000" dirty="0"/>
              <a:t>Proposal review and approval by officers </a:t>
            </a:r>
          </a:p>
          <a:p>
            <a:r>
              <a:rPr lang="en-US" sz="2000" dirty="0"/>
              <a:t>Quote generation and premium calculation </a:t>
            </a:r>
          </a:p>
          <a:p>
            <a:r>
              <a:rPr lang="en-US" sz="2000" dirty="0"/>
              <a:t>Online payment and policy activation </a:t>
            </a:r>
          </a:p>
          <a:p>
            <a:r>
              <a:rPr lang="en-US" sz="2000" dirty="0"/>
              <a:t>Policy status tracking (proposal, active, expired) </a:t>
            </a:r>
          </a:p>
          <a:p>
            <a:r>
              <a:rPr lang="en-US" sz="2000" dirty="0"/>
              <a:t>Email notifications and reminders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037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15356"/>
            <a:ext cx="6347713" cy="97366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Definition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3008EF3-2B23-EEE2-7B7F-D0DB24520A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877" y="2374595"/>
            <a:ext cx="8537736" cy="510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Automobile Insurance Management System is a </a:t>
            </a:r>
            <a:r>
              <a:rPr lang="en-US" b="1" dirty="0"/>
              <a:t>full-stack web application</a:t>
            </a:r>
            <a:r>
              <a:rPr lang="en-US" dirty="0"/>
              <a:t> </a:t>
            </a:r>
          </a:p>
          <a:p>
            <a:r>
              <a:rPr lang="en-US" dirty="0"/>
              <a:t>Designed to manage: </a:t>
            </a:r>
          </a:p>
          <a:p>
            <a:pPr lvl="1"/>
            <a:r>
              <a:rPr lang="en-US" dirty="0"/>
              <a:t>Vehicle insurance policies </a:t>
            </a:r>
          </a:p>
          <a:p>
            <a:pPr lvl="1"/>
            <a:r>
              <a:rPr lang="en-US" dirty="0"/>
              <a:t>Customer information </a:t>
            </a:r>
          </a:p>
          <a:p>
            <a:pPr lvl="1"/>
            <a:r>
              <a:rPr lang="en-US" dirty="0"/>
              <a:t>Claims and payments </a:t>
            </a:r>
          </a:p>
          <a:p>
            <a:r>
              <a:rPr lang="en-US" dirty="0"/>
              <a:t>Enables interaction between: </a:t>
            </a:r>
          </a:p>
          <a:p>
            <a:pPr lvl="1"/>
            <a:r>
              <a:rPr lang="en-US" dirty="0"/>
              <a:t>Users (customers) </a:t>
            </a:r>
          </a:p>
          <a:p>
            <a:pPr lvl="1"/>
            <a:r>
              <a:rPr lang="en-US" dirty="0"/>
              <a:t>Officers (insurance staff) </a:t>
            </a:r>
          </a:p>
          <a:p>
            <a:r>
              <a:rPr lang="en-US" dirty="0"/>
              <a:t>Ensures secure, fast, and automated insurance processing 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93" y="1954063"/>
            <a:ext cx="8199891" cy="3636510"/>
          </a:xfrm>
        </p:spPr>
        <p:txBody>
          <a:bodyPr/>
          <a:lstStyle/>
          <a:p>
            <a:r>
              <a:rPr lang="en-US" dirty="0"/>
              <a:t>Patient Module </a:t>
            </a:r>
            <a:r>
              <a:rPr lang="en-IN" dirty="0"/>
              <a:t>User Module – Registration, login, proposal submission</a:t>
            </a:r>
            <a:endParaRPr lang="en-US" dirty="0"/>
          </a:p>
          <a:p>
            <a:r>
              <a:rPr lang="en-US" dirty="0"/>
              <a:t>Officer Module – Proposal review and approval</a:t>
            </a:r>
          </a:p>
          <a:p>
            <a:r>
              <a:rPr lang="en-US" dirty="0"/>
              <a:t>Policy Management Module – Create and manage policies</a:t>
            </a:r>
          </a:p>
          <a:p>
            <a:r>
              <a:rPr lang="en-US" dirty="0"/>
              <a:t>Claim Management Module – Handle insurance claims</a:t>
            </a:r>
          </a:p>
          <a:p>
            <a:r>
              <a:rPr lang="en-US" dirty="0"/>
              <a:t>Payment Module – Premium payment processing </a:t>
            </a:r>
          </a:p>
          <a:p>
            <a:r>
              <a:rPr lang="en-US" dirty="0"/>
              <a:t>Security Module – Authentication and authorization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React</a:t>
            </a:r>
            <a:endParaRPr lang="en-US" dirty="0"/>
          </a:p>
          <a:p>
            <a:r>
              <a:rPr dirty="0"/>
              <a:t>Backend: Spring Boot</a:t>
            </a:r>
          </a:p>
          <a:p>
            <a:r>
              <a:rPr dirty="0"/>
              <a:t>Database: MySQL</a:t>
            </a:r>
          </a:p>
          <a:p>
            <a:r>
              <a:rPr dirty="0"/>
              <a:t>Authentication: JWT</a:t>
            </a:r>
            <a:endParaRPr lang="en-US" dirty="0"/>
          </a:p>
          <a:p>
            <a:r>
              <a:rPr lang="en-IN" dirty="0"/>
              <a:t>Tools: Postman, Swagger, GitHub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744" y="323426"/>
            <a:ext cx="8393176" cy="5614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 </a:t>
            </a:r>
            <a:r>
              <a:rPr lang="en-US" sz="4000" b="1" dirty="0"/>
              <a:t>User Features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r>
              <a:rPr lang="en-US" dirty="0"/>
              <a:t>Register and login </a:t>
            </a:r>
          </a:p>
          <a:p>
            <a:r>
              <a:rPr lang="en-US" dirty="0"/>
              <a:t>Apply for insurance policy </a:t>
            </a:r>
          </a:p>
          <a:p>
            <a:r>
              <a:rPr lang="en-US" dirty="0"/>
              <a:t>Upload documents </a:t>
            </a:r>
          </a:p>
          <a:p>
            <a:r>
              <a:rPr lang="en-US" dirty="0"/>
              <a:t>Track policy status </a:t>
            </a:r>
          </a:p>
          <a:p>
            <a:r>
              <a:rPr lang="en-US" dirty="0"/>
              <a:t>Make premium payment </a:t>
            </a:r>
          </a:p>
          <a:p>
            <a:r>
              <a:rPr lang="en-US" dirty="0"/>
              <a:t>Download policy document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CCEC-A5D4-558C-EADC-AB3EF475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72" y="1123771"/>
            <a:ext cx="7524003" cy="970450"/>
          </a:xfrm>
        </p:spPr>
        <p:txBody>
          <a:bodyPr/>
          <a:lstStyle/>
          <a:p>
            <a:r>
              <a:rPr lang="en-US" dirty="0"/>
              <a:t>Officer Features</a:t>
            </a:r>
            <a:br>
              <a:rPr lang="en-US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4745E-2A1F-9622-FEF9-C5098980E7A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09625" y="2832958"/>
            <a:ext cx="752475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Secure login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Review proposals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Request additional documents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Approve or reject policies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Generate quotes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Update policy status</a:t>
            </a:r>
          </a:p>
        </p:txBody>
      </p:sp>
    </p:spTree>
    <p:extLst>
      <p:ext uri="{BB962C8B-B14F-4D97-AF65-F5344CB8AC3E}">
        <p14:creationId xmlns:p14="http://schemas.microsoft.com/office/powerpoint/2010/main" val="9756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1A1C8F-99B4-D871-DACF-A3CA7159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8" y="1104097"/>
            <a:ext cx="6248400" cy="575390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5BD08CF-371F-1301-4652-3C5D80D9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917" y="148"/>
            <a:ext cx="7524003" cy="970450"/>
          </a:xfrm>
        </p:spPr>
        <p:txBody>
          <a:bodyPr/>
          <a:lstStyle/>
          <a:p>
            <a:r>
              <a:rPr lang="en-US" dirty="0" err="1"/>
              <a:t>Usecase</a:t>
            </a:r>
            <a:r>
              <a:rPr lang="en-US" dirty="0"/>
              <a:t>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4155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E073A-99C2-EBF1-53FE-ABD896F35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128E7-F4AB-4D6D-0FAD-C81A02591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575734"/>
            <a:ext cx="6347714" cy="787399"/>
          </a:xfrm>
        </p:spPr>
        <p:txBody>
          <a:bodyPr>
            <a:normAutofit/>
          </a:bodyPr>
          <a:lstStyle/>
          <a:p>
            <a:r>
              <a:rPr lang="en-US" sz="3600" dirty="0"/>
              <a:t>Screenshots  -User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D9641-FA20-52D3-DA5D-0AE16C17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2044361"/>
            <a:ext cx="8672051" cy="452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30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FB6F2B-52EF-3010-F5B2-E5AB28D21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365805"/>
            <a:ext cx="4031226" cy="64016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1CADEF-37C9-D792-6CEA-BDF452580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502" y="1450258"/>
            <a:ext cx="4589699" cy="531724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90BF197-A2EF-7ECA-6F79-EA4450A32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502" y="447188"/>
            <a:ext cx="4069498" cy="970450"/>
          </a:xfrm>
        </p:spPr>
        <p:txBody>
          <a:bodyPr/>
          <a:lstStyle/>
          <a:p>
            <a:r>
              <a:rPr lang="en-US" dirty="0"/>
              <a:t>USER SIDE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957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B7E7-A9A2-C4C7-BA66-080410EE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47286D-A091-6ADA-9627-F4F43EE29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09" y="2084439"/>
            <a:ext cx="8445910" cy="405784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5D8E3CC-D78B-0EF2-939E-FA975DDC2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</p:spPr>
        <p:txBody>
          <a:bodyPr/>
          <a:lstStyle/>
          <a:p>
            <a:r>
              <a:rPr lang="en-US" dirty="0"/>
              <a:t>USER –Claim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314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9C7B-4DEC-4A1E-3328-3F65C2CC7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7" y="447188"/>
            <a:ext cx="3294643" cy="970450"/>
          </a:xfrm>
        </p:spPr>
        <p:txBody>
          <a:bodyPr/>
          <a:lstStyle/>
          <a:p>
            <a:r>
              <a:rPr lang="en-US" dirty="0"/>
              <a:t>PAYMENT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C8AD8E-3A16-6B9E-79BB-A7E76630F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340" y="2344420"/>
            <a:ext cx="3185160" cy="434631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758519-EB88-3EAD-FC6C-F0B84B833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984" y="568960"/>
            <a:ext cx="4661655" cy="615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79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0B09-E917-9867-CC4A-6D9356C5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OFFICER -DASHBOARD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C7F745-8E09-A7C8-F75E-317935ABB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625" y="2388817"/>
            <a:ext cx="7524750" cy="361869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1163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567EF-E86D-87B0-9119-85A9ED77F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OFFICER- PROPOSAL MANAGEMENT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EC38E-2116-422E-ECAD-881E1B06B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980" y="2184856"/>
            <a:ext cx="7524750" cy="1785126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4A0438-E615-13DA-BF77-3E8062FC9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40" y="3969982"/>
            <a:ext cx="7524750" cy="206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209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9423-B5B2-AFB4-5D20-A7399F11F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31" y="447188"/>
            <a:ext cx="9077169" cy="970450"/>
          </a:xfrm>
        </p:spPr>
        <p:txBody>
          <a:bodyPr/>
          <a:lstStyle/>
          <a:p>
            <a:r>
              <a:rPr lang="en-US" dirty="0"/>
              <a:t>OFFICER- PROPOSAL MANAGEMENT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A44A6B-A882-8793-E76A-5DFA8EB55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431" y="2103120"/>
            <a:ext cx="4304507" cy="363696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E21248-A797-E57D-FC86-F443E345D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77" y="2103120"/>
            <a:ext cx="3801005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23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5C2D-F3DA-041F-F8C1-D597E68B3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97" y="447188"/>
            <a:ext cx="8501643" cy="970450"/>
          </a:xfrm>
        </p:spPr>
        <p:txBody>
          <a:bodyPr/>
          <a:lstStyle/>
          <a:p>
            <a:r>
              <a:rPr lang="en-US" dirty="0"/>
              <a:t>OFFICER – CLAIM MANAGEMENT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37EFAD-593D-CBE8-4B25-022F41BA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94" y="2278721"/>
            <a:ext cx="7182852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987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52B4-4061-262A-45B9-163188C1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OFFICER-POCLICY CREATION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45B72B-7B60-484E-B606-4CED6489C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9477" y="2098199"/>
            <a:ext cx="3060702" cy="3636963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356E68-4532-906A-FDA8-02C633DE7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1" y="2098198"/>
            <a:ext cx="5753100" cy="363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53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EB74CA-8AB3-0C95-4C04-8688E65F8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599" y="2192764"/>
            <a:ext cx="8598829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IN" sz="2800" dirty="0"/>
              <a:t>Automates insurance management process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sz="2800" dirty="0"/>
              <a:t>Improves efficiency and reduces manual work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sz="2800" dirty="0"/>
              <a:t>Provides secure and user-friendly system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sz="2800" dirty="0"/>
              <a:t>Enhances customer experience and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sz="2800" dirty="0"/>
              <a:t>transparency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214</TotalTime>
  <Words>297</Words>
  <Application>Microsoft Office PowerPoint</Application>
  <PresentationFormat>On-screen Show (4:3)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Courier New</vt:lpstr>
      <vt:lpstr>Wingdings 2</vt:lpstr>
      <vt:lpstr>Quotable</vt:lpstr>
      <vt:lpstr>Automobile Insurance Management                 System – Hexaware Technologies</vt:lpstr>
      <vt:lpstr>Introduction</vt:lpstr>
      <vt:lpstr>Scope</vt:lpstr>
      <vt:lpstr>Definition</vt:lpstr>
      <vt:lpstr>Modules</vt:lpstr>
      <vt:lpstr>Technologies Used</vt:lpstr>
      <vt:lpstr>PowerPoint Presentation</vt:lpstr>
      <vt:lpstr>Officer Features </vt:lpstr>
      <vt:lpstr>Usecase Diagram</vt:lpstr>
      <vt:lpstr>PowerPoint Presentation</vt:lpstr>
      <vt:lpstr>USER SIDE</vt:lpstr>
      <vt:lpstr>USER –Claim page</vt:lpstr>
      <vt:lpstr>PAYMENT</vt:lpstr>
      <vt:lpstr>OFFICER -DASHBOARD</vt:lpstr>
      <vt:lpstr>OFFICER- PROPOSAL MANAGEMENT </vt:lpstr>
      <vt:lpstr>OFFICER- PROPOSAL MANAGEMENT</vt:lpstr>
      <vt:lpstr>OFFICER – CLAIM MANAGEMENT</vt:lpstr>
      <vt:lpstr>OFFICER-POCLICY CREATION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Bhoomika Devarajan</dc:creator>
  <cp:keywords/>
  <dc:description>generated using python-pptx</dc:description>
  <cp:lastModifiedBy>suwasthika sri vijaya kumar</cp:lastModifiedBy>
  <cp:revision>5</cp:revision>
  <dcterms:created xsi:type="dcterms:W3CDTF">2013-01-27T09:14:16Z</dcterms:created>
  <dcterms:modified xsi:type="dcterms:W3CDTF">2026-04-01T06:24:05Z</dcterms:modified>
  <cp:category/>
</cp:coreProperties>
</file>